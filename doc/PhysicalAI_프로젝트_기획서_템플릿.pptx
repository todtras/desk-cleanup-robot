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60" y="502920"/>
            <a:ext cx="1737360" cy="1636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7432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부산대학교 AI융합교육원 인턴십  —  Physical AI 프로젝트 (LeRobot SO-101)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29184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기획서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48056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[프로젝트명 기재]  —  로봇이 수행할 작업 한 줄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557784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SO-101 로봇팔 · LeRobot 모방학습 기반 자율 제어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7863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  [이름]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8321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  2026.  .  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9418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 인턴십  ·  Physical AI 프로젝트 기획서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0" y="9418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 (정) 김세영 이사(CPO)  ·  (부) 홍봉희 교수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개요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3042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SO-101 기반 소형 부품 픽 앤 플레이스 자율 제어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326880" y="16459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작업(Task) 정의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23042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로봇이 시작 상태에서 종료 상태까지 무엇을 하는지 한 문장.  예) 작업대 위 물체를 집어 지정 박스에 넣는다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31520" y="3749040"/>
            <a:ext cx="1682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3913632"/>
            <a:ext cx="162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소개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407408"/>
            <a:ext cx="1627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물체를 · 어떤 환경에서 · 어떻게 학습시켜 · 무엇을 자동화하는가.  예) 무작위 위치의 부품을 모방학습 정책으로 파지해 박스에 투입하는 자율 제어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3152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584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물체 · 작업 환경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지름 3cm 원통형 부품 / 고정 작업대, 상단 + 손목 카메라 2대 / 물체 위치 무작위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32688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현장 (가정)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작업이 실제 공장·서비스 어디에 쓰이는가.  예) 사출 부품 포장 라인의 반복 투입 작업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152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기간 · 담당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 .  . ~ 2026.  .  .  (9주)  ·  담당 [이름]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32688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도구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SO-101 리더/팔로워 · LeRobot · Python/PyTorch · Claude Code · Git · (필요 시) Figma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(Problem)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문제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사례집 「문제」 칸에 해당. 이 작업을 사람이 하거나 기존 로봇으로 할 때의 불편을 수치와 함께 2~3줄로.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6949440" cy="566928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31520" y="4480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[현재 작업 방식 사진 · 작업대 · 대상 물체]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7680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설명 한 줄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1920240"/>
            <a:ext cx="950976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2084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및 문제점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578608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작업자가 하루 수천 회 동일한 집기 · 넣기 동작 반복, 피로에 따른 누락 · 파손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물체 위치 · 자세가 매번 달라 단순 자동화 곤란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46720" y="4617720"/>
            <a:ext cx="950976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47823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자동화의 한계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276088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티칭 펜던트 기반 고정 경로 로봇은 물체 위치가 바뀌면 재프로그래밍 필요 / 비전 + 규칙 기반은 물체 형상마다 별도 개발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046720" y="6675120"/>
            <a:ext cx="950976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68397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학습형 로봇(Physical AI)인가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7333488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사람 시연 데이터만으로 동작을 학습 → 물체 위치 변화에 일반화 / 저가 로봇팔(SO-101)로 중소 현장 도입 가능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31520" y="8229600"/>
            <a:ext cx="16824960" cy="100584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8366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한 줄 요약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3931920" y="8366760"/>
            <a:ext cx="1344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슬라이드를 한 문장으로. 발표 첫 문장이 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(Solution)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해결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사례집 「해결」 칸에 해당. 핵심 아이디어 한 줄 + 학습 파이프라인 + AI가 꼭 필요한 지점.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1682496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084832"/>
            <a:ext cx="162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578608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리더-팔로워 텔레오퍼레이션으로 시연 데이터를 수집하고, ACT 정책을 학습해 카메라 관측만으로 파지 · 투입 동작을 자율 수행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" y="3931920"/>
            <a:ext cx="1682496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4096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파이프라인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1148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→ 학습 → 추론 → 평가 · 개선. 각 단계에 수치(에피소드 수 · 스텝 수)를 채운다.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0584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환경 구성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캘리브레이션 · 카메라 배치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429768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3484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데이터 수집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텔레오퍼레이션 ○○ 에피소드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758952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2668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정책 학습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 · ○○k 스텝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88136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101852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추론 · 시연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관측 → 행동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380744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417320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431036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평가 · 개선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유형 분석 → 데이터 추가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31520" y="6492240"/>
            <a:ext cx="822960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5840" y="6656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적용 포인트</a:t>
            </a:r>
            <a:endParaRPr lang="en-US" sz="21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7150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없으면 안 되는 지점.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카메라 이미지 → 관절 동작 생성(정책) / 물체 위치 변화 대응 / 파지 실패 시 재시도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9326880" y="6492240"/>
            <a:ext cx="822960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01200" y="6656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 · 관측 설정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9601200" y="7150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손목 카메라 추가로 파지 정밀도 향상 / 관측: 카메라 2대 + 관절 상태 6축, 행동: 관절 목표값 6축, 제어 주기 30Hz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(로봇 동작 단위)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해결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작업을 로봇 동작 단위로 나눈다. 우선순위 M(없으면 시연 불가) · S(완성도) · C(여유 시). M은 3개 이내.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5669280"/>
                <a:gridCol w="3291840"/>
                <a:gridCol w="274320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 · 기능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 (한 줄)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관측 → 행동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 기준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물체 접근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무작위 위치의 물체 위로 그리퍼 이동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상단 카메라 → 관절 6축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 중심 ±1cm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파지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그리퍼 폐합으로 물체 고정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손목 카메라 → 그리퍼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들어 올려도 미탈락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이송 · 투입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위치로 이동 후 놓기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관절 상태 → 관절 6축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내 안착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실패 복구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파지 실패 감지 후 재시도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구성 (System)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제품 구성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사례집 「제품 구성」 칸에 해당. H/W · S/W · 데이터셋 · 모델로 나눠 실제 사용하는 것만 남긴다.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9875520" cy="5486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31520" y="4389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[시스템 구성도 — 로봇 · 카메라 · PC · 학습/추론 흐름을 그림으로]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Figma · draw.io · 손그림 촬영 가능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972800" y="19202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55680" y="20756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155680" y="2075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H/W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2710160" y="1920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SO-101 리더/팔로워 · 카메라 2대 · 작업대 · 대상 물체 · 박스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972800" y="28346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155680" y="29900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155680" y="2990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S/W 수집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271016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LeRobot 텔레오퍼레이션 · 녹화 스크립트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0972800" y="37490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155680" y="39044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55680" y="3904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271016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○○ 에피소드 · 카메라 2시점 · 관절 6축 · 30fps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972800" y="46634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155680" y="48188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155680" y="4818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12710160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ACT 정책 · 학습 ○○k 스텝 · GPU ○○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0972800" y="55778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155680" y="57332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155680" y="57332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S/W 추론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12710160" y="5577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실시간 추론 루프 · 안전 정지 · 시연 스크립트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10972800" y="64922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155680" y="66476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1155680" y="6647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12710160" y="6492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학습 loss · 성공률 기록 시트 · 시연 영상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73152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0584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계획</a:t>
            </a:r>
            <a:endParaRPr lang="en-US" sz="2100" dirty="0"/>
          </a:p>
        </p:txBody>
      </p:sp>
      <p:sp>
        <p:nvSpPr>
          <p:cNvPr id="38" name="Text 35"/>
          <p:cNvSpPr txBox="1"/>
          <p:nvPr/>
        </p:nvSpPr>
        <p:spPr>
          <a:xfrm>
            <a:off x="100584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물체 위치 5구역 × 10회 = 50 에피소드 / 조명 · 배경 2조건 / 실패 에피소드 제외 기준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932688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60120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· 제약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960120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관절 한계 · 속도 제한 설정 / 작업 반경 내 사람 접근 시 정지 / 파손 위험 물체 제외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 · 작업 환경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설계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프로젝트의 "화면"은 작업 환경과 수집 · 학습 · 추론 화면이다. 각 칸에 사진 · 캡처를 넣고 한 줄 설명.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3931920" cy="603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3152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[화면 1 캡처]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셋업 — 카메라 배치 · 물체 · 박스 위치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983480" y="1920240"/>
            <a:ext cx="3931920" cy="603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98348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[화면 2 캡처]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98348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6636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화면 — 텔레오퍼레이션 뷰 · 에피소드 기록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35440" y="1920240"/>
            <a:ext cx="3931920" cy="603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923544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[화면 3 캡처]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23544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1832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모니터링 — loss 곡선 · 체크포인트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3487400" y="1920240"/>
            <a:ext cx="3931920" cy="603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1348740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[화면 4 캡처]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348740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67028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시연 화면 — 실시간 관측 · 예측 행동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목표 (Outcome)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성과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사례집 「성과」 칸에 해당. 9주차 최종 발표에서 무엇을 보여줄지 미리 정한다. 성공률은 시도 횟수와 함께 정의한다.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5120640" cy="365760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지표 하나를 큰 숫자로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114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작업 성공률 (30회 시도 기준) / 평균 작업 시간 ○○초 / 미학습 위치 성공률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11338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256032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방법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작업 성공률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80% 이상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30회 시도 중 성공 횟수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평균 작업 완료 시간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20초 이내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 시도의 평균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일반화 — 미학습 위치 · 물체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60% 이상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학습에 없던 위치 10회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예) 수집 에피소드 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에피소드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메타데이터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1520" y="5852160"/>
            <a:ext cx="10972800" cy="3383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05840" y="60167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시연 시나리오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6510528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당일 실제로 보여줄 순서 3~5단계. 실패 시 대안(영상 재생)도 함께.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① 물체를 무작위 위치에 배치 → ② 정책 실행 → ③ 파지 · 이송 · 투입 → ④ 위치를 바꿔 3회 반복 → ⑤ 성공률 표시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12070080" y="5852160"/>
            <a:ext cx="5486400" cy="3383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2344400" y="6016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12344400" y="6510528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코드 저장소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데이터셋 (에피소드 · 메타데이터)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학습 정책 체크포인트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시연 영상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발표 자료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계획 (9주)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일정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FOUNDREAMER 인턴십  ·  프로젝트 기획서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금요일 대면 점검 시 "이번 주 산출물"로 진행률을 확인한다. 데이터 수집과 학습은 한 번에 끝나지 않으므로 2회 이상 반복을 계획한다.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6766560"/>
                <a:gridCol w="438912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작업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주 산출물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 · 환경 구성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정의 · 캘리브레이션 · 카메라 배치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기획서 1차, 텔레오퍼레이션 동작 확인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텔레오퍼레이션 숙련 · 시연 에피소드 수집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○○ 에피소드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②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 · 조건 다양화 · 실패 에피소드 정제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v1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학습 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 학습 · 첫 추론 시연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 v1, 성공률 1차 측정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· 개선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 유형 분석 · 추가 데이터 수집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 분석표, 데이터셋 v2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학습 ②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재학습 · 하이퍼파라미터 조정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 v2, 성공률 2차 측정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일반화 · 고도화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미학습 위치 · 물체 테스트, S 기능 추가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일반화 측정 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심사 · 점검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시연 시나리오 리허설 · 최종 지표 측정 · 영상 촬영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심사용 시연, 시연 영상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9주차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마무리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 정리 · 발표 자료 · 한 장 요약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 발표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2026-09-15T18:37:24Z</dcterms:created>
  <dcterms:modified xsi:type="dcterms:W3CDTF">2026-09-15T18:37:24Z</dcterms:modified>
</cp:coreProperties>
</file>