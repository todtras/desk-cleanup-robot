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9"/>
    <p:sldId id="257" r:id="rId3"/>
    <p:sldId id="264" r:id="rId10"/>
    <p:sldId id="265" r:id="rId18"/>
    <p:sldId id="266" r:id="rId19"/>
  </p:sldIdLst>
  <p:sldSz cx="18288000" cy="10287000"/>
  <p:notesSz cx="10287000" cy="18288000"/>
  <p:embeddedFontLst>
    <p:embeddedFont>
      <p:font typeface="Pretendard" panose="02000503000000020004" pitchFamily="50" charset="-127"/>
      <p:regular r:id="rId12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-45" y="-2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693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>
          <a:latin typeface="Pretendard"/>
          <a:ea typeface="Pretendard"/>
          <a:cs typeface="Pretendard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560" y="502920"/>
            <a:ext cx="1737360" cy="1636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74320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부산대학교 AI융합교육원 인턴십  —  Physical AI 프로젝트 (데스크 오브젝트 정리 로봇)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097280" y="329184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중간 보고서</a:t>
            </a:r>
            <a:endParaRPr lang="en-US" sz="5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1097280" y="448056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i="0" dirty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AI 기반 데스크 오브젝트 인식·분류 정리 로봇  —  책상 위 물건을 지정 수거함으로 정리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097280" y="557784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목표  ·  현재 진행 상황  ·  남은 할 것  ·  이슈 사항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097280" y="7863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작성자  김태익  ·  </a:t>
            </a:r>
            <a:r>
              <a:rPr lang="en-US" sz="1800" b="1" i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팀원</a:t>
            </a:r>
            <a:r>
              <a:rPr 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lang="en-US" sz="1800" b="1" i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정의</a:t>
            </a:r>
            <a:r>
              <a:rPr lang="ko-KR" alt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찬</a:t>
            </a:r>
            <a:r>
              <a:rPr 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지동현</a:t>
            </a:r>
            <a:endParaRPr lang="en-US" sz="1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097280" y="8321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작성일  2026.  10.  .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97280" y="9418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2026  FOUNDREAMER  인턴십  ·  Physical AI 프로젝트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0972800" y="9418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지도  (정) 김세영 이사(CPO)  ·  (부) 홍봉희 교수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현재 진행 상황 — 요약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02  진행 상황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1520" y="164592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005840" y="18105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객체 인식 (YOLO)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05840" y="230428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(완료 내용 · 핵심 수치 입력)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326880" y="164592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9601200" y="18105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데이터셋 · 라벨링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9601200" y="230428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(완료 내용 · 핵심 수치 입력)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31520" y="3749040"/>
            <a:ext cx="1682496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05840" y="3913632"/>
            <a:ext cx="1627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전체 진척 요약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005840" y="4407408"/>
            <a:ext cx="1627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(완료 내용 · 핵심 수치 입력)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31520" y="557784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005840" y="5742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로봇 구동 · 파지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005840" y="623620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(완료 내용 · 핵심 수치 입력)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326880" y="557784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9601200" y="5742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정책 학습 (ACT)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9601200" y="623620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(완료 내용 · 핵심 수치 입력)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3152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100584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통합 파이프라인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00584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(완료 내용 · 핵심 수치 입력)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32688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60120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기타 · 환경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960120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(완료 내용 · 핵심 수치 입력)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프로젝트 목표 (Goal)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01  목표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5120640" cy="365760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005840" y="2194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00%</a:t>
            </a:r>
            <a:endParaRPr lang="en-US" sz="5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대표 지표 — (지표명)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05840" y="41148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현재 달성치 / 목표치 · 측정 기준 입력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20240"/>
          <a:ext cx="11338560" cy="3657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(중간)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31520" y="5852160"/>
            <a:ext cx="10972800" cy="3383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005840" y="60167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최종 목표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1005840" y="6510528"/>
            <a:ext cx="10424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(최종 시연 시나리오 · 달성 수준(최소 / 중간 / 최대) 입력)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12070080" y="5852160"/>
            <a:ext cx="5486400" cy="3383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12344400" y="6016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중간 점검 요약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2344400" y="6510528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(목표 대비 현재 위치 한두 줄 요약)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현재 진행 상황 — 주차별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02  진행 상황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4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계획 대비 실제 진행. 상태: 완료 / 진행 중 / 지연 / 예정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6824960" cy="7251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계획 작업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진행 · 산출물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로봇 구동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로봇–PC 연결 · 텔레오퍼레이션 구동 · 인사 동작 구현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리포지토리 · 개발 환경 구축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환경 구성 · 수집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카메라 2대 캘리브레이션 · 인식 이미지 촬영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인터페이스 규약 정의 · 라벨링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파지 1차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고정 좌표 파지 · 이송 실물 테스트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객체 탐지 · 분류 베이스라인 학습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인식 · 좌표 연동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인식 결과 → 로봇 좌표 변환 연동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인식 성능 개선 · 재학습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파지 2차 · 판정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인식 기반 파지 실물 테스트 · 성공/실패 판정 기준 정의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실패 유형 분석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시연 데이터 수집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텔레오퍼레이션으로 파지 시연 100 에피소드 수집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데이터셋 정제 · 학습 파이프라인 준비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7~8주차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베이스 정책 · 보정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7주 베이스 정책 실물 검증 · 8주 보정 정책 실물 튜닝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7주 모방학습 베이스 정책 학습 · 8주 강화학습 보정 학습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9주차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· 평가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전체 파이프라인 통합 · 30회 지표 측정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결과 정리 · 여유 시 open-vocabulary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마무리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시연 리허설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발표자료 준비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남은 할 것 (To-do)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03  남은 할 것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5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중간 이후 남은 작업. 우선순위: M(필수) · S(완성도) · C(여유 시)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6824960" cy="725118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No.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세부 내용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예정 주차 · 담당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이슈 사항 (Issues)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04  이슈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6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진행 중 발생한 문제와 대응. 상태: 결정 필요 / 대응 중 / 해결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6824960" cy="725118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No.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이슈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원인 · 영향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</a:majorFont>
      <a:minorFont>
        <a:latin typeface="Pretendard" panose="020F0502020204030204"/>
        <a:ea typeface="Pretendard"/>
        <a:cs typeface="Pretenda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1942</Words>
  <Application>Microsoft Office PowerPoint</Application>
  <PresentationFormat>사용자 지정</PresentationFormat>
  <Paragraphs>272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데스크 오브젝트 인식·분류 정리 로봇 — 프로젝트 기획서</dc:title>
  <dc:subject>2026 FOUNDREAMER 인턴십 · Physical AI 프로젝트 기획서</dc:subject>
  <dc:creator>PptxGenJS</dc:creator>
  <cp:lastModifiedBy>김태익</cp:lastModifiedBy>
  <cp:revision>9</cp:revision>
  <dcterms:created xsi:type="dcterms:W3CDTF">2026-09-15T18:37:24Z</dcterms:created>
  <dcterms:modified xsi:type="dcterms:W3CDTF">2026-09-18T05:54:31Z</dcterms:modified>
</cp:coreProperties>
</file>